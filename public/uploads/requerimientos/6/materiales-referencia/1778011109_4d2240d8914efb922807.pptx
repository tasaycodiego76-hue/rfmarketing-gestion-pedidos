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626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115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497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362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384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054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257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346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01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115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2148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3713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8753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8138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3161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0752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992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887DC4D-BC3F-4B64-B00C-C26615192F04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839C-7315-45CC-9AC3-D6F87E9C550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9397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5A36-A39D-1B5C-5090-C8BA6BF82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739" y="683302"/>
            <a:ext cx="8825658" cy="3329581"/>
          </a:xfrm>
        </p:spPr>
        <p:txBody>
          <a:bodyPr/>
          <a:lstStyle/>
          <a:p>
            <a:pPr algn="ctr"/>
            <a:r>
              <a:rPr lang="es-MX" sz="4800" dirty="0"/>
              <a:t>Taller: Unidad de Aprendizaje 02 ” GESTION DEL APRENDIZAJE EN EMPRESA”</a:t>
            </a:r>
            <a:endParaRPr lang="es-PE" sz="4800" dirty="0"/>
          </a:p>
        </p:txBody>
      </p:sp>
    </p:spTree>
    <p:extLst>
      <p:ext uri="{BB962C8B-B14F-4D97-AF65-F5344CB8AC3E}">
        <p14:creationId xmlns:p14="http://schemas.microsoft.com/office/powerpoint/2010/main" val="211456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3E7FC-A4F6-18E6-1177-46FEF81C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2BD09-443B-FE88-AD84-B0A6B18D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660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E7842-FC22-94E9-8C92-AA7BB45B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45564"/>
          </a:xfrm>
        </p:spPr>
        <p:txBody>
          <a:bodyPr/>
          <a:lstStyle/>
          <a:p>
            <a:r>
              <a:rPr lang="es-PE" dirty="0"/>
              <a:t>Preguntas para Reflexionar: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C75295-A3C6-7EF4-E4FD-572687347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981" y="1498282"/>
            <a:ext cx="10753908" cy="4195481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¿Qué estrategias de enseñanza fueron más efectivas en su experiencia?</a:t>
            </a:r>
          </a:p>
          <a:p>
            <a:pPr marL="0" indent="0">
              <a:buNone/>
            </a:pPr>
            <a:r>
              <a:rPr lang="es-MX" sz="1800" dirty="0"/>
              <a:t>Aquellas basadas en el </a:t>
            </a:r>
            <a:r>
              <a:rPr lang="es-MX" sz="1800" b="1" dirty="0"/>
              <a:t>constructivismo</a:t>
            </a:r>
            <a:r>
              <a:rPr lang="es-MX" sz="1800" dirty="0"/>
              <a:t>, donde el conocimiento se construye tomando como base lo que ya se sabe y cree , y el aprendizaje real en el puesto de trabajo, que permite el dominio simultáneo de la teoría y la práctica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bg1"/>
                </a:solidFill>
              </a:rPr>
              <a:t>¿Cómo se sintieron al aprender de esa manera?</a:t>
            </a:r>
          </a:p>
          <a:p>
            <a:pPr marL="0" indent="0">
              <a:buNone/>
            </a:pPr>
            <a:r>
              <a:rPr lang="es-MX" sz="1800" dirty="0"/>
              <a:t>Se genera una mayor confianza al aplicar el Método Demostrativo, especialmente en el paso de Preparación, donde el monitor anima al aprendiz, despierta su interés y explica la utilidad de la tarea.</a:t>
            </a:r>
            <a:endParaRPr lang="es-PE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11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F8752-3B8D-91D7-7ED7-C40B66E1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602819" cy="1600200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</a:rPr>
              <a:t>Actividad 04: “Preparar una Secuencia de Instrucción” 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846BD9-8D24-CB18-95F8-671FAB5C2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211389"/>
            <a:ext cx="10761404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diseñar esta secuencia, se deben seguir estos pasos técnicos del manual: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a. Definir el objetivo de aprendizaje: Debe ser claro, preciso y explícito , conteniendo comportamiento, condición y criterio.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b. Seleccionar contenido relevante: Identificar los conocimientos (saber qué y por qué),                destrezas (capacidades de ejecución) y actitudes (modelos de acción) necesarios para la tarea.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c. Determinar la secuencia de pasos: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Subdividir la tarea en operaciones y pasos de trabajo.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Definir los conocimientos necesarios (términos específicos, funcionamiento).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d. Identificar recursos necesarios: Listar materiales, herramientas y equipos requeridos.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9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C6895-DB9B-42AE-423D-8DF517E7D40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60000"/>
              <a:lumOff val="40000"/>
            </a:schemeClr>
          </a:solidFill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</a:rPr>
              <a:t>Actividad 05: "Redacción de Objetivos Instruccionales"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0AF7CA-5782-5514-E84C-63F1505BA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375641"/>
            <a:ext cx="10807136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Tres ejemplos redactados con los elementos requeridos (comportamiento, condición y criterio):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Objetivo 1: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"Identificar las partes de un taladro eléctrico (comportamiento), presentada una ilustración técnica (condición), mencionando correctamente el 100% de sus componentes (criterio)".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Objetivo 2: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"Redactar un informe técnico (comportamiento), dado un conjunto de datos (condición), en un máximo de 10 minutos (criterio)".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Objetivo 3: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"Taladrar una plancha de metal (comportamiento), utilizando el equipo de protección personal (condición), sin errores de precisión en las medidas (criterio)"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6CDA5-9F76-7A43-1BA5-1AC9B750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B1360-8C54-79C0-FA37-6A7B30892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0484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359</Words>
  <Application>Microsoft Office PowerPoint</Application>
  <PresentationFormat>Panorámica</PresentationFormat>
  <Paragraphs>27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Taller: Unidad de Aprendizaje 02 ” GESTION DEL APRENDIZAJE EN EMPRESA”</vt:lpstr>
      <vt:lpstr>Presentación de PowerPoint</vt:lpstr>
      <vt:lpstr>Preguntas para Reflexionar: </vt:lpstr>
      <vt:lpstr>Actividad 04: “Preparar una Secuencia de Instrucción” </vt:lpstr>
      <vt:lpstr>Actividad 05: "Redacción de Objetivos Instruccionales"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TASAYCO HUACCAMAYTA, DIEGO ALONSO</dc:creator>
  <cp:lastModifiedBy>TASAYCO HUACCAMAYTA, DIEGO ALONSO</cp:lastModifiedBy>
  <cp:revision>1</cp:revision>
  <dcterms:created xsi:type="dcterms:W3CDTF">2026-04-01T22:14:33Z</dcterms:created>
  <dcterms:modified xsi:type="dcterms:W3CDTF">2026-04-01T22:30:18Z</dcterms:modified>
</cp:coreProperties>
</file>